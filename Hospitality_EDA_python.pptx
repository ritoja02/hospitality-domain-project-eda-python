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6"/>
  </p:notesMasterIdLst>
  <p:handoutMasterIdLst>
    <p:handoutMasterId r:id="rId17"/>
  </p:handoutMasterIdLst>
  <p:sldIdLst>
    <p:sldId id="289" r:id="rId5"/>
    <p:sldId id="288" r:id="rId6"/>
    <p:sldId id="276" r:id="rId7"/>
    <p:sldId id="283" r:id="rId8"/>
    <p:sldId id="264" r:id="rId9"/>
    <p:sldId id="290" r:id="rId10"/>
    <p:sldId id="291" r:id="rId11"/>
    <p:sldId id="292" r:id="rId12"/>
    <p:sldId id="293" r:id="rId13"/>
    <p:sldId id="294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24CE2-5EE4-4ABE-A832-6B9D1C4EB18F}" v="34" dt="2025-05-02T11:37:29.294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4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oja Kundu" userId="2a8eea6aaf969992" providerId="LiveId" clId="{4DB24CE2-5EE4-4ABE-A832-6B9D1C4EB18F}"/>
    <pc:docChg chg="undo custSel addSld delSld modSld">
      <pc:chgData name="Ritoja Kundu" userId="2a8eea6aaf969992" providerId="LiveId" clId="{4DB24CE2-5EE4-4ABE-A832-6B9D1C4EB18F}" dt="2025-05-02T11:43:40.445" v="2221" actId="47"/>
      <pc:docMkLst>
        <pc:docMk/>
      </pc:docMkLst>
      <pc:sldChg chg="del">
        <pc:chgData name="Ritoja Kundu" userId="2a8eea6aaf969992" providerId="LiveId" clId="{4DB24CE2-5EE4-4ABE-A832-6B9D1C4EB18F}" dt="2025-05-02T11:30:59.984" v="1954" actId="47"/>
        <pc:sldMkLst>
          <pc:docMk/>
          <pc:sldMk cId="435195399" sldId="257"/>
        </pc:sldMkLst>
      </pc:sldChg>
      <pc:sldChg chg="del">
        <pc:chgData name="Ritoja Kundu" userId="2a8eea6aaf969992" providerId="LiveId" clId="{4DB24CE2-5EE4-4ABE-A832-6B9D1C4EB18F}" dt="2025-05-02T11:30:58.367" v="1953" actId="47"/>
        <pc:sldMkLst>
          <pc:docMk/>
          <pc:sldMk cId="3666674671" sldId="261"/>
        </pc:sldMkLst>
      </pc:sldChg>
      <pc:sldChg chg="addSp delSp modSp mod">
        <pc:chgData name="Ritoja Kundu" userId="2a8eea6aaf969992" providerId="LiveId" clId="{4DB24CE2-5EE4-4ABE-A832-6B9D1C4EB18F}" dt="2025-05-02T11:30:38.637" v="1952"/>
        <pc:sldMkLst>
          <pc:docMk/>
          <pc:sldMk cId="1210802199" sldId="262"/>
        </pc:sldMkLst>
        <pc:spChg chg="mod">
          <ac:chgData name="Ritoja Kundu" userId="2a8eea6aaf969992" providerId="LiveId" clId="{4DB24CE2-5EE4-4ABE-A832-6B9D1C4EB18F}" dt="2025-05-02T11:30:38.637" v="1952"/>
          <ac:spMkLst>
            <pc:docMk/>
            <pc:sldMk cId="1210802199" sldId="262"/>
            <ac:spMk id="2" creationId="{28BAC361-0D7A-DC05-86B5-6DD77D322F5B}"/>
          </ac:spMkLst>
        </pc:spChg>
        <pc:spChg chg="del">
          <ac:chgData name="Ritoja Kundu" userId="2a8eea6aaf969992" providerId="LiveId" clId="{4DB24CE2-5EE4-4ABE-A832-6B9D1C4EB18F}" dt="2025-05-02T11:30:16.130" v="1949" actId="478"/>
          <ac:spMkLst>
            <pc:docMk/>
            <pc:sldMk cId="1210802199" sldId="262"/>
            <ac:spMk id="3" creationId="{1BE98EFF-197D-3136-70B9-7BBD30A48931}"/>
          </ac:spMkLst>
        </pc:spChg>
        <pc:spChg chg="add del mod">
          <ac:chgData name="Ritoja Kundu" userId="2a8eea6aaf969992" providerId="LiveId" clId="{4DB24CE2-5EE4-4ABE-A832-6B9D1C4EB18F}" dt="2025-05-02T11:30:18.080" v="1950" actId="478"/>
          <ac:spMkLst>
            <pc:docMk/>
            <pc:sldMk cId="1210802199" sldId="262"/>
            <ac:spMk id="5" creationId="{4195E180-34BE-FEE3-A711-0DE12751EBC4}"/>
          </ac:spMkLst>
        </pc:spChg>
      </pc:sldChg>
      <pc:sldChg chg="addSp delSp modSp del mod">
        <pc:chgData name="Ritoja Kundu" userId="2a8eea6aaf969992" providerId="LiveId" clId="{4DB24CE2-5EE4-4ABE-A832-6B9D1C4EB18F}" dt="2025-05-02T11:43:37.553" v="2218" actId="47"/>
        <pc:sldMkLst>
          <pc:docMk/>
          <pc:sldMk cId="2737241225" sldId="263"/>
        </pc:sldMkLst>
        <pc:spChg chg="del">
          <ac:chgData name="Ritoja Kundu" userId="2a8eea6aaf969992" providerId="LiveId" clId="{4DB24CE2-5EE4-4ABE-A832-6B9D1C4EB18F}" dt="2025-05-02T11:32:39.011" v="1956" actId="478"/>
          <ac:spMkLst>
            <pc:docMk/>
            <pc:sldMk cId="2737241225" sldId="263"/>
            <ac:spMk id="3" creationId="{ECC8AA23-D8D0-93BE-5C5F-103A750B0D2F}"/>
          </ac:spMkLst>
        </pc:spChg>
        <pc:spChg chg="add del mod">
          <ac:chgData name="Ritoja Kundu" userId="2a8eea6aaf969992" providerId="LiveId" clId="{4DB24CE2-5EE4-4ABE-A832-6B9D1C4EB18F}" dt="2025-05-02T11:32:41.274" v="1957" actId="478"/>
          <ac:spMkLst>
            <pc:docMk/>
            <pc:sldMk cId="2737241225" sldId="263"/>
            <ac:spMk id="5" creationId="{29A7A7A1-0064-12BB-9941-EE23591C53EF}"/>
          </ac:spMkLst>
        </pc:spChg>
      </pc:sldChg>
      <pc:sldChg chg="addSp delSp modSp mod">
        <pc:chgData name="Ritoja Kundu" userId="2a8eea6aaf969992" providerId="LiveId" clId="{4DB24CE2-5EE4-4ABE-A832-6B9D1C4EB18F}" dt="2025-05-02T11:12:09.736" v="866"/>
        <pc:sldMkLst>
          <pc:docMk/>
          <pc:sldMk cId="837402205" sldId="264"/>
        </pc:sldMkLst>
        <pc:spChg chg="del">
          <ac:chgData name="Ritoja Kundu" userId="2a8eea6aaf969992" providerId="LiveId" clId="{4DB24CE2-5EE4-4ABE-A832-6B9D1C4EB18F}" dt="2025-05-02T11:09:58.972" v="811" actId="478"/>
          <ac:spMkLst>
            <pc:docMk/>
            <pc:sldMk cId="837402205" sldId="264"/>
            <ac:spMk id="2" creationId="{47A9874B-BCA9-8420-1595-EDD1865A099A}"/>
          </ac:spMkLst>
        </pc:spChg>
        <pc:spChg chg="del">
          <ac:chgData name="Ritoja Kundu" userId="2a8eea6aaf969992" providerId="LiveId" clId="{4DB24CE2-5EE4-4ABE-A832-6B9D1C4EB18F}" dt="2025-05-02T11:10:02.358" v="812" actId="478"/>
          <ac:spMkLst>
            <pc:docMk/>
            <pc:sldMk cId="837402205" sldId="264"/>
            <ac:spMk id="3" creationId="{68A5FD2B-E3E5-1C2B-0151-21F216B14A33}"/>
          </ac:spMkLst>
        </pc:spChg>
        <pc:spChg chg="del">
          <ac:chgData name="Ritoja Kundu" userId="2a8eea6aaf969992" providerId="LiveId" clId="{4DB24CE2-5EE4-4ABE-A832-6B9D1C4EB18F}" dt="2025-05-02T11:10:14.797" v="817" actId="478"/>
          <ac:spMkLst>
            <pc:docMk/>
            <pc:sldMk cId="837402205" sldId="264"/>
            <ac:spMk id="4" creationId="{ACFBB810-3430-2C29-1AA0-9744AA0A1AA3}"/>
          </ac:spMkLst>
        </pc:spChg>
        <pc:spChg chg="add del mod">
          <ac:chgData name="Ritoja Kundu" userId="2a8eea6aaf969992" providerId="LiveId" clId="{4DB24CE2-5EE4-4ABE-A832-6B9D1C4EB18F}" dt="2025-05-02T11:10:11.236" v="816" actId="478"/>
          <ac:spMkLst>
            <pc:docMk/>
            <pc:sldMk cId="837402205" sldId="264"/>
            <ac:spMk id="6" creationId="{13849C0D-6EB6-6AF2-B506-F0C20E372571}"/>
          </ac:spMkLst>
        </pc:spChg>
        <pc:spChg chg="add del mod">
          <ac:chgData name="Ritoja Kundu" userId="2a8eea6aaf969992" providerId="LiveId" clId="{4DB24CE2-5EE4-4ABE-A832-6B9D1C4EB18F}" dt="2025-05-02T11:10:08.551" v="815" actId="478"/>
          <ac:spMkLst>
            <pc:docMk/>
            <pc:sldMk cId="837402205" sldId="264"/>
            <ac:spMk id="8" creationId="{874F17CE-9F9A-73B7-1494-135D16E6B7C1}"/>
          </ac:spMkLst>
        </pc:spChg>
        <pc:spChg chg="add del mod">
          <ac:chgData name="Ritoja Kundu" userId="2a8eea6aaf969992" providerId="LiveId" clId="{4DB24CE2-5EE4-4ABE-A832-6B9D1C4EB18F}" dt="2025-05-02T11:10:19.274" v="818" actId="478"/>
          <ac:spMkLst>
            <pc:docMk/>
            <pc:sldMk cId="837402205" sldId="264"/>
            <ac:spMk id="10" creationId="{ADC38531-B6AC-745C-9372-9C4CCEB0344E}"/>
          </ac:spMkLst>
        </pc:spChg>
        <pc:spChg chg="add mod">
          <ac:chgData name="Ritoja Kundu" userId="2a8eea6aaf969992" providerId="LiveId" clId="{4DB24CE2-5EE4-4ABE-A832-6B9D1C4EB18F}" dt="2025-05-02T11:12:06.870" v="865" actId="403"/>
          <ac:spMkLst>
            <pc:docMk/>
            <pc:sldMk cId="837402205" sldId="264"/>
            <ac:spMk id="15" creationId="{E01ED8FD-855C-CBFA-9CDD-88311B63794E}"/>
          </ac:spMkLst>
        </pc:spChg>
        <pc:spChg chg="add mod">
          <ac:chgData name="Ritoja Kundu" userId="2a8eea6aaf969992" providerId="LiveId" clId="{4DB24CE2-5EE4-4ABE-A832-6B9D1C4EB18F}" dt="2025-05-02T11:12:09.736" v="866"/>
          <ac:spMkLst>
            <pc:docMk/>
            <pc:sldMk cId="837402205" sldId="264"/>
            <ac:spMk id="16" creationId="{F7C65AE7-AA8E-D088-9DA4-4E23771E9E42}"/>
          </ac:spMkLst>
        </pc:spChg>
        <pc:picChg chg="add mod">
          <ac:chgData name="Ritoja Kundu" userId="2a8eea6aaf969992" providerId="LiveId" clId="{4DB24CE2-5EE4-4ABE-A832-6B9D1C4EB18F}" dt="2025-05-02T11:11:04.582" v="820" actId="1076"/>
          <ac:picMkLst>
            <pc:docMk/>
            <pc:sldMk cId="837402205" sldId="264"/>
            <ac:picMk id="12" creationId="{E1217003-9AE0-E7CB-8103-FD535535C68D}"/>
          </ac:picMkLst>
        </pc:picChg>
        <pc:picChg chg="add mod">
          <ac:chgData name="Ritoja Kundu" userId="2a8eea6aaf969992" providerId="LiveId" clId="{4DB24CE2-5EE4-4ABE-A832-6B9D1C4EB18F}" dt="2025-05-02T11:11:34.987" v="824" actId="14100"/>
          <ac:picMkLst>
            <pc:docMk/>
            <pc:sldMk cId="837402205" sldId="264"/>
            <ac:picMk id="14" creationId="{7787937A-6F3E-2FF3-4DA2-8411978BA57C}"/>
          </ac:picMkLst>
        </pc:picChg>
      </pc:sldChg>
      <pc:sldChg chg="del">
        <pc:chgData name="Ritoja Kundu" userId="2a8eea6aaf969992" providerId="LiveId" clId="{4DB24CE2-5EE4-4ABE-A832-6B9D1C4EB18F}" dt="2025-05-02T11:31:25.648" v="1955" actId="47"/>
        <pc:sldMkLst>
          <pc:docMk/>
          <pc:sldMk cId="729609147" sldId="265"/>
        </pc:sldMkLst>
      </pc:sldChg>
      <pc:sldChg chg="del">
        <pc:chgData name="Ritoja Kundu" userId="2a8eea6aaf969992" providerId="LiveId" clId="{4DB24CE2-5EE4-4ABE-A832-6B9D1C4EB18F}" dt="2025-05-02T11:43:39.950" v="2220" actId="47"/>
        <pc:sldMkLst>
          <pc:docMk/>
          <pc:sldMk cId="643777997" sldId="266"/>
        </pc:sldMkLst>
      </pc:sldChg>
      <pc:sldChg chg="del">
        <pc:chgData name="Ritoja Kundu" userId="2a8eea6aaf969992" providerId="LiveId" clId="{4DB24CE2-5EE4-4ABE-A832-6B9D1C4EB18F}" dt="2025-05-02T11:43:40.445" v="2221" actId="47"/>
        <pc:sldMkLst>
          <pc:docMk/>
          <pc:sldMk cId="3604630649" sldId="267"/>
        </pc:sldMkLst>
      </pc:sldChg>
      <pc:sldChg chg="del">
        <pc:chgData name="Ritoja Kundu" userId="2a8eea6aaf969992" providerId="LiveId" clId="{4DB24CE2-5EE4-4ABE-A832-6B9D1C4EB18F}" dt="2025-05-02T11:43:39.264" v="2219" actId="47"/>
        <pc:sldMkLst>
          <pc:docMk/>
          <pc:sldMk cId="4259977132" sldId="268"/>
        </pc:sldMkLst>
      </pc:sldChg>
      <pc:sldChg chg="addSp delSp modSp mod">
        <pc:chgData name="Ritoja Kundu" userId="2a8eea6aaf969992" providerId="LiveId" clId="{4DB24CE2-5EE4-4ABE-A832-6B9D1C4EB18F}" dt="2025-05-02T04:26:50.440" v="637" actId="14100"/>
        <pc:sldMkLst>
          <pc:docMk/>
          <pc:sldMk cId="821088003" sldId="276"/>
        </pc:sldMkLst>
        <pc:spChg chg="add mod">
          <ac:chgData name="Ritoja Kundu" userId="2a8eea6aaf969992" providerId="LiveId" clId="{4DB24CE2-5EE4-4ABE-A832-6B9D1C4EB18F}" dt="2025-05-02T04:12:38.226" v="405" actId="1076"/>
          <ac:spMkLst>
            <pc:docMk/>
            <pc:sldMk cId="821088003" sldId="276"/>
            <ac:spMk id="2" creationId="{E76A5A79-675A-5487-773E-E72E17755D06}"/>
          </ac:spMkLst>
        </pc:spChg>
        <pc:spChg chg="del mod">
          <ac:chgData name="Ritoja Kundu" userId="2a8eea6aaf969992" providerId="LiveId" clId="{4DB24CE2-5EE4-4ABE-A832-6B9D1C4EB18F}" dt="2025-05-02T04:12:18.309" v="371" actId="478"/>
          <ac:spMkLst>
            <pc:docMk/>
            <pc:sldMk cId="821088003" sldId="276"/>
            <ac:spMk id="3" creationId="{A0034E89-1952-5288-08A0-70A4A73BE39E}"/>
          </ac:spMkLst>
        </pc:spChg>
        <pc:spChg chg="add mod">
          <ac:chgData name="Ritoja Kundu" userId="2a8eea6aaf969992" providerId="LiveId" clId="{4DB24CE2-5EE4-4ABE-A832-6B9D1C4EB18F}" dt="2025-05-02T04:12:49.380" v="423" actId="20577"/>
          <ac:spMkLst>
            <pc:docMk/>
            <pc:sldMk cId="821088003" sldId="276"/>
            <ac:spMk id="4" creationId="{9AB0098E-0B70-E74E-9807-44D4512B8688}"/>
          </ac:spMkLst>
        </pc:spChg>
        <pc:spChg chg="add mod">
          <ac:chgData name="Ritoja Kundu" userId="2a8eea6aaf969992" providerId="LiveId" clId="{4DB24CE2-5EE4-4ABE-A832-6B9D1C4EB18F}" dt="2025-05-02T04:14:05.750" v="485" actId="1076"/>
          <ac:spMkLst>
            <pc:docMk/>
            <pc:sldMk cId="821088003" sldId="276"/>
            <ac:spMk id="5" creationId="{989E5510-5973-EA6F-30C2-F02185063215}"/>
          </ac:spMkLst>
        </pc:spChg>
        <pc:spChg chg="add del mod">
          <ac:chgData name="Ritoja Kundu" userId="2a8eea6aaf969992" providerId="LiveId" clId="{4DB24CE2-5EE4-4ABE-A832-6B9D1C4EB18F}" dt="2025-05-02T04:14:50.860" v="505" actId="478"/>
          <ac:spMkLst>
            <pc:docMk/>
            <pc:sldMk cId="821088003" sldId="276"/>
            <ac:spMk id="12" creationId="{DF933044-D030-2F97-ECD6-20394970D037}"/>
          </ac:spMkLst>
        </pc:spChg>
        <pc:spChg chg="add mod">
          <ac:chgData name="Ritoja Kundu" userId="2a8eea6aaf969992" providerId="LiveId" clId="{4DB24CE2-5EE4-4ABE-A832-6B9D1C4EB18F}" dt="2025-05-02T04:15:03.629" v="524" actId="20577"/>
          <ac:spMkLst>
            <pc:docMk/>
            <pc:sldMk cId="821088003" sldId="276"/>
            <ac:spMk id="13" creationId="{9B1F72DC-3922-0DCD-FCF8-49E2715DDDD5}"/>
          </ac:spMkLst>
        </pc:spChg>
        <pc:spChg chg="add mod">
          <ac:chgData name="Ritoja Kundu" userId="2a8eea6aaf969992" providerId="LiveId" clId="{4DB24CE2-5EE4-4ABE-A832-6B9D1C4EB18F}" dt="2025-05-02T04:20:55.699" v="568" actId="20577"/>
          <ac:spMkLst>
            <pc:docMk/>
            <pc:sldMk cId="821088003" sldId="276"/>
            <ac:spMk id="14" creationId="{9D31862B-AE71-2B54-2979-A40B783E4CC3}"/>
          </ac:spMkLst>
        </pc:spChg>
        <pc:spChg chg="add mod">
          <ac:chgData name="Ritoja Kundu" userId="2a8eea6aaf969992" providerId="LiveId" clId="{4DB24CE2-5EE4-4ABE-A832-6B9D1C4EB18F}" dt="2025-05-02T04:21:36.629" v="577" actId="207"/>
          <ac:spMkLst>
            <pc:docMk/>
            <pc:sldMk cId="821088003" sldId="276"/>
            <ac:spMk id="18" creationId="{48C85072-FACB-9581-4B65-B6B4F1BD0836}"/>
          </ac:spMkLst>
        </pc:spChg>
        <pc:spChg chg="add mod ord">
          <ac:chgData name="Ritoja Kundu" userId="2a8eea6aaf969992" providerId="LiveId" clId="{4DB24CE2-5EE4-4ABE-A832-6B9D1C4EB18F}" dt="2025-05-02T04:25:57.689" v="625" actId="13822"/>
          <ac:spMkLst>
            <pc:docMk/>
            <pc:sldMk cId="821088003" sldId="276"/>
            <ac:spMk id="22" creationId="{7293816D-9ED9-5B9B-D268-3F92EA1F7D3D}"/>
          </ac:spMkLst>
        </pc:spChg>
        <pc:picChg chg="add del mod">
          <ac:chgData name="Ritoja Kundu" userId="2a8eea6aaf969992" providerId="LiveId" clId="{4DB24CE2-5EE4-4ABE-A832-6B9D1C4EB18F}" dt="2025-05-02T04:25:47.620" v="623" actId="478"/>
          <ac:picMkLst>
            <pc:docMk/>
            <pc:sldMk cId="821088003" sldId="276"/>
            <ac:picMk id="21" creationId="{93C5C1C9-C469-1AFB-C951-4C8662123C3D}"/>
          </ac:picMkLst>
        </pc:picChg>
        <pc:picChg chg="add mod modCrop">
          <ac:chgData name="Ritoja Kundu" userId="2a8eea6aaf969992" providerId="LiveId" clId="{4DB24CE2-5EE4-4ABE-A832-6B9D1C4EB18F}" dt="2025-05-02T04:26:50.440" v="637" actId="14100"/>
          <ac:picMkLst>
            <pc:docMk/>
            <pc:sldMk cId="821088003" sldId="276"/>
            <ac:picMk id="24" creationId="{AD20FA0D-7E31-6A8E-0CFC-79598B5AC58D}"/>
          </ac:picMkLst>
        </pc:picChg>
        <pc:cxnChg chg="add mod">
          <ac:chgData name="Ritoja Kundu" userId="2a8eea6aaf969992" providerId="LiveId" clId="{4DB24CE2-5EE4-4ABE-A832-6B9D1C4EB18F}" dt="2025-05-02T04:14:19.431" v="487" actId="1076"/>
          <ac:cxnSpMkLst>
            <pc:docMk/>
            <pc:sldMk cId="821088003" sldId="276"/>
            <ac:cxnSpMk id="7" creationId="{605DA355-C39F-5868-A165-632C93656EC1}"/>
          </ac:cxnSpMkLst>
        </pc:cxnChg>
        <pc:cxnChg chg="add">
          <ac:chgData name="Ritoja Kundu" userId="2a8eea6aaf969992" providerId="LiveId" clId="{4DB24CE2-5EE4-4ABE-A832-6B9D1C4EB18F}" dt="2025-05-02T04:13:48.426" v="483" actId="11529"/>
          <ac:cxnSpMkLst>
            <pc:docMk/>
            <pc:sldMk cId="821088003" sldId="276"/>
            <ac:cxnSpMk id="9" creationId="{886CA7B7-6979-E461-0929-77FA39360F86}"/>
          </ac:cxnSpMkLst>
        </pc:cxnChg>
        <pc:cxnChg chg="add mod">
          <ac:chgData name="Ritoja Kundu" userId="2a8eea6aaf969992" providerId="LiveId" clId="{4DB24CE2-5EE4-4ABE-A832-6B9D1C4EB18F}" dt="2025-05-02T04:14:08.722" v="486" actId="1076"/>
          <ac:cxnSpMkLst>
            <pc:docMk/>
            <pc:sldMk cId="821088003" sldId="276"/>
            <ac:cxnSpMk id="11" creationId="{38AC8019-3149-A999-2A18-5051F4A1F6CC}"/>
          </ac:cxnSpMkLst>
        </pc:cxnChg>
        <pc:cxnChg chg="add mod">
          <ac:chgData name="Ritoja Kundu" userId="2a8eea6aaf969992" providerId="LiveId" clId="{4DB24CE2-5EE4-4ABE-A832-6B9D1C4EB18F}" dt="2025-05-02T04:20:30.651" v="530" actId="1076"/>
          <ac:cxnSpMkLst>
            <pc:docMk/>
            <pc:sldMk cId="821088003" sldId="276"/>
            <ac:cxnSpMk id="15" creationId="{380518E1-2E3C-1EE8-AD81-E26F2EF22C0A}"/>
          </ac:cxnSpMkLst>
        </pc:cxnChg>
        <pc:cxnChg chg="add mod">
          <ac:chgData name="Ritoja Kundu" userId="2a8eea6aaf969992" providerId="LiveId" clId="{4DB24CE2-5EE4-4ABE-A832-6B9D1C4EB18F}" dt="2025-05-02T04:21:51.904" v="579" actId="1076"/>
          <ac:cxnSpMkLst>
            <pc:docMk/>
            <pc:sldMk cId="821088003" sldId="276"/>
            <ac:cxnSpMk id="19" creationId="{CFD45C81-FA16-FA5A-07B5-7C9EFDC19F2E}"/>
          </ac:cxnSpMkLst>
        </pc:cxnChg>
      </pc:sldChg>
      <pc:sldChg chg="addSp delSp modSp mod">
        <pc:chgData name="Ritoja Kundu" userId="2a8eea6aaf969992" providerId="LiveId" clId="{4DB24CE2-5EE4-4ABE-A832-6B9D1C4EB18F}" dt="2025-05-02T11:09:32.594" v="810" actId="1076"/>
        <pc:sldMkLst>
          <pc:docMk/>
          <pc:sldMk cId="4242039281" sldId="283"/>
        </pc:sldMkLst>
        <pc:spChg chg="del mod">
          <ac:chgData name="Ritoja Kundu" userId="2a8eea6aaf969992" providerId="LiveId" clId="{4DB24CE2-5EE4-4ABE-A832-6B9D1C4EB18F}" dt="2025-05-02T11:06:02.385" v="678" actId="478"/>
          <ac:spMkLst>
            <pc:docMk/>
            <pc:sldMk cId="4242039281" sldId="283"/>
            <ac:spMk id="2" creationId="{954ABE40-AA00-F366-A36A-B3F1AADBF025}"/>
          </ac:spMkLst>
        </pc:spChg>
        <pc:spChg chg="del mod">
          <ac:chgData name="Ritoja Kundu" userId="2a8eea6aaf969992" providerId="LiveId" clId="{4DB24CE2-5EE4-4ABE-A832-6B9D1C4EB18F}" dt="2025-05-02T11:05:57.117" v="655" actId="478"/>
          <ac:spMkLst>
            <pc:docMk/>
            <pc:sldMk cId="4242039281" sldId="283"/>
            <ac:spMk id="3" creationId="{72446868-83F0-CEEF-5E60-6D55C93B523F}"/>
          </ac:spMkLst>
        </pc:spChg>
        <pc:spChg chg="add mod">
          <ac:chgData name="Ritoja Kundu" userId="2a8eea6aaf969992" providerId="LiveId" clId="{4DB24CE2-5EE4-4ABE-A832-6B9D1C4EB18F}" dt="2025-05-02T11:06:31.140" v="705" actId="403"/>
          <ac:spMkLst>
            <pc:docMk/>
            <pc:sldMk cId="4242039281" sldId="283"/>
            <ac:spMk id="4" creationId="{99BC5DCD-8994-000B-52BE-3E544FC3B229}"/>
          </ac:spMkLst>
        </pc:spChg>
        <pc:spChg chg="add mod">
          <ac:chgData name="Ritoja Kundu" userId="2a8eea6aaf969992" providerId="LiveId" clId="{4DB24CE2-5EE4-4ABE-A832-6B9D1C4EB18F}" dt="2025-05-02T11:07:28.916" v="725" actId="20577"/>
          <ac:spMkLst>
            <pc:docMk/>
            <pc:sldMk cId="4242039281" sldId="283"/>
            <ac:spMk id="5" creationId="{283918A4-280F-1431-8ABD-769E54D7114C}"/>
          </ac:spMkLst>
        </pc:spChg>
        <pc:spChg chg="add mod">
          <ac:chgData name="Ritoja Kundu" userId="2a8eea6aaf969992" providerId="LiveId" clId="{4DB24CE2-5EE4-4ABE-A832-6B9D1C4EB18F}" dt="2025-05-02T11:07:34.335" v="731" actId="20577"/>
          <ac:spMkLst>
            <pc:docMk/>
            <pc:sldMk cId="4242039281" sldId="283"/>
            <ac:spMk id="6" creationId="{DAD3EA53-192E-B5BB-BDC1-A07D1AF3F76E}"/>
          </ac:spMkLst>
        </pc:spChg>
        <pc:spChg chg="add mod">
          <ac:chgData name="Ritoja Kundu" userId="2a8eea6aaf969992" providerId="LiveId" clId="{4DB24CE2-5EE4-4ABE-A832-6B9D1C4EB18F}" dt="2025-05-02T11:07:54.194" v="744" actId="20577"/>
          <ac:spMkLst>
            <pc:docMk/>
            <pc:sldMk cId="4242039281" sldId="283"/>
            <ac:spMk id="7" creationId="{5DFED5A8-A1ED-59D8-AEF3-773EFD4BE4BC}"/>
          </ac:spMkLst>
        </pc:spChg>
        <pc:spChg chg="add mod">
          <ac:chgData name="Ritoja Kundu" userId="2a8eea6aaf969992" providerId="LiveId" clId="{4DB24CE2-5EE4-4ABE-A832-6B9D1C4EB18F}" dt="2025-05-02T11:08:20.478" v="763" actId="20577"/>
          <ac:spMkLst>
            <pc:docMk/>
            <pc:sldMk cId="4242039281" sldId="283"/>
            <ac:spMk id="8" creationId="{8F9C2908-6950-0911-008A-E6EF0CC6AF47}"/>
          </ac:spMkLst>
        </pc:spChg>
        <pc:spChg chg="add mod">
          <ac:chgData name="Ritoja Kundu" userId="2a8eea6aaf969992" providerId="LiveId" clId="{4DB24CE2-5EE4-4ABE-A832-6B9D1C4EB18F}" dt="2025-05-02T11:08:46.130" v="781" actId="1076"/>
          <ac:spMkLst>
            <pc:docMk/>
            <pc:sldMk cId="4242039281" sldId="283"/>
            <ac:spMk id="9" creationId="{4184730E-461F-AEAD-E4D5-F74972ACCDD8}"/>
          </ac:spMkLst>
        </pc:spChg>
        <pc:spChg chg="add mod">
          <ac:chgData name="Ritoja Kundu" userId="2a8eea6aaf969992" providerId="LiveId" clId="{4DB24CE2-5EE4-4ABE-A832-6B9D1C4EB18F}" dt="2025-05-02T11:09:07.408" v="802" actId="114"/>
          <ac:spMkLst>
            <pc:docMk/>
            <pc:sldMk cId="4242039281" sldId="283"/>
            <ac:spMk id="10" creationId="{F3972716-62BA-6CC0-D0EB-4B2E24153557}"/>
          </ac:spMkLst>
        </pc:spChg>
        <pc:spChg chg="add mod">
          <ac:chgData name="Ritoja Kundu" userId="2a8eea6aaf969992" providerId="LiveId" clId="{4DB24CE2-5EE4-4ABE-A832-6B9D1C4EB18F}" dt="2025-05-02T11:09:09.141" v="803"/>
          <ac:spMkLst>
            <pc:docMk/>
            <pc:sldMk cId="4242039281" sldId="283"/>
            <ac:spMk id="11" creationId="{0E5FC812-064C-2A87-2919-40322AA63621}"/>
          </ac:spMkLst>
        </pc:spChg>
        <pc:spChg chg="add mod">
          <ac:chgData name="Ritoja Kundu" userId="2a8eea6aaf969992" providerId="LiveId" clId="{4DB24CE2-5EE4-4ABE-A832-6B9D1C4EB18F}" dt="2025-05-02T11:09:32.594" v="810" actId="1076"/>
          <ac:spMkLst>
            <pc:docMk/>
            <pc:sldMk cId="4242039281" sldId="283"/>
            <ac:spMk id="12" creationId="{6FC94B4E-8C7B-AA4F-92A7-2F55C49E9BAA}"/>
          </ac:spMkLst>
        </pc:spChg>
      </pc:sldChg>
      <pc:sldChg chg="modSp mod">
        <pc:chgData name="Ritoja Kundu" userId="2a8eea6aaf969992" providerId="LiveId" clId="{4DB24CE2-5EE4-4ABE-A832-6B9D1C4EB18F}" dt="2025-05-02T04:10:34.390" v="369" actId="113"/>
        <pc:sldMkLst>
          <pc:docMk/>
          <pc:sldMk cId="1038351183" sldId="288"/>
        </pc:sldMkLst>
        <pc:spChg chg="mod">
          <ac:chgData name="Ritoja Kundu" userId="2a8eea6aaf969992" providerId="LiveId" clId="{4DB24CE2-5EE4-4ABE-A832-6B9D1C4EB18F}" dt="2025-05-02T04:10:34.390" v="369" actId="113"/>
          <ac:spMkLst>
            <pc:docMk/>
            <pc:sldMk cId="1038351183" sldId="288"/>
            <ac:spMk id="3" creationId="{9BEA8735-F1DC-1DE6-0A38-429B2F660F8A}"/>
          </ac:spMkLst>
        </pc:spChg>
      </pc:sldChg>
      <pc:sldChg chg="addSp modSp mod">
        <pc:chgData name="Ritoja Kundu" userId="2a8eea6aaf969992" providerId="LiveId" clId="{4DB24CE2-5EE4-4ABE-A832-6B9D1C4EB18F}" dt="2025-05-02T04:27:33.159" v="653" actId="1076"/>
        <pc:sldMkLst>
          <pc:docMk/>
          <pc:sldMk cId="3078994387" sldId="289"/>
        </pc:sldMkLst>
        <pc:spChg chg="add mod">
          <ac:chgData name="Ritoja Kundu" userId="2a8eea6aaf969992" providerId="LiveId" clId="{4DB24CE2-5EE4-4ABE-A832-6B9D1C4EB18F}" dt="2025-05-02T04:27:33.159" v="653" actId="1076"/>
          <ac:spMkLst>
            <pc:docMk/>
            <pc:sldMk cId="3078994387" sldId="289"/>
            <ac:spMk id="2" creationId="{4A82BE77-CEF8-781F-D6FB-78CCB53E735C}"/>
          </ac:spMkLst>
        </pc:spChg>
        <pc:spChg chg="mod">
          <ac:chgData name="Ritoja Kundu" userId="2a8eea6aaf969992" providerId="LiveId" clId="{4DB24CE2-5EE4-4ABE-A832-6B9D1C4EB18F}" dt="2025-05-02T03:57:54.269" v="5" actId="404"/>
          <ac:spMkLst>
            <pc:docMk/>
            <pc:sldMk cId="3078994387" sldId="289"/>
            <ac:spMk id="9" creationId="{6FEC93CF-2672-7D78-F278-58C5E012E0DF}"/>
          </ac:spMkLst>
        </pc:spChg>
      </pc:sldChg>
      <pc:sldChg chg="addSp delSp modSp add mod">
        <pc:chgData name="Ritoja Kundu" userId="2a8eea6aaf969992" providerId="LiveId" clId="{4DB24CE2-5EE4-4ABE-A832-6B9D1C4EB18F}" dt="2025-05-02T11:15:31.251" v="1039" actId="20577"/>
        <pc:sldMkLst>
          <pc:docMk/>
          <pc:sldMk cId="3098652624" sldId="290"/>
        </pc:sldMkLst>
        <pc:spChg chg="add mod">
          <ac:chgData name="Ritoja Kundu" userId="2a8eea6aaf969992" providerId="LiveId" clId="{4DB24CE2-5EE4-4ABE-A832-6B9D1C4EB18F}" dt="2025-05-02T11:14:57.801" v="960" actId="1076"/>
          <ac:spMkLst>
            <pc:docMk/>
            <pc:sldMk cId="3098652624" sldId="290"/>
            <ac:spMk id="6" creationId="{64D0B9B7-4F43-6D7C-CC79-B8EC2FB7485A}"/>
          </ac:spMkLst>
        </pc:spChg>
        <pc:spChg chg="add mod">
          <ac:chgData name="Ritoja Kundu" userId="2a8eea6aaf969992" providerId="LiveId" clId="{4DB24CE2-5EE4-4ABE-A832-6B9D1C4EB18F}" dt="2025-05-02T11:15:31.251" v="1039" actId="20577"/>
          <ac:spMkLst>
            <pc:docMk/>
            <pc:sldMk cId="3098652624" sldId="290"/>
            <ac:spMk id="7" creationId="{3A3D47E7-1E25-835F-6DAB-5509D6853F35}"/>
          </ac:spMkLst>
        </pc:spChg>
        <pc:spChg chg="mod">
          <ac:chgData name="Ritoja Kundu" userId="2a8eea6aaf969992" providerId="LiveId" clId="{4DB24CE2-5EE4-4ABE-A832-6B9D1C4EB18F}" dt="2025-05-02T11:12:34.206" v="893" actId="20577"/>
          <ac:spMkLst>
            <pc:docMk/>
            <pc:sldMk cId="3098652624" sldId="290"/>
            <ac:spMk id="15" creationId="{64251E11-1CBD-1C84-0DC9-0229E3191491}"/>
          </ac:spMkLst>
        </pc:spChg>
        <pc:picChg chg="add mod">
          <ac:chgData name="Ritoja Kundu" userId="2a8eea6aaf969992" providerId="LiveId" clId="{4DB24CE2-5EE4-4ABE-A832-6B9D1C4EB18F}" dt="2025-05-02T11:14:22.208" v="911" actId="1076"/>
          <ac:picMkLst>
            <pc:docMk/>
            <pc:sldMk cId="3098652624" sldId="290"/>
            <ac:picMk id="3" creationId="{8D0523A0-0F91-1568-1EA8-EF99DF753163}"/>
          </ac:picMkLst>
        </pc:picChg>
        <pc:picChg chg="add mod">
          <ac:chgData name="Ritoja Kundu" userId="2a8eea6aaf969992" providerId="LiveId" clId="{4DB24CE2-5EE4-4ABE-A832-6B9D1C4EB18F}" dt="2025-05-02T11:14:19.826" v="910" actId="1076"/>
          <ac:picMkLst>
            <pc:docMk/>
            <pc:sldMk cId="3098652624" sldId="290"/>
            <ac:picMk id="5" creationId="{32BC0F95-8A50-1F0F-F04F-932C7F7EA3BE}"/>
          </ac:picMkLst>
        </pc:picChg>
        <pc:picChg chg="del">
          <ac:chgData name="Ritoja Kundu" userId="2a8eea6aaf969992" providerId="LiveId" clId="{4DB24CE2-5EE4-4ABE-A832-6B9D1C4EB18F}" dt="2025-05-02T11:12:35.905" v="894" actId="478"/>
          <ac:picMkLst>
            <pc:docMk/>
            <pc:sldMk cId="3098652624" sldId="290"/>
            <ac:picMk id="12" creationId="{E270EEA2-3034-D16D-1FB1-64BE2CA58A92}"/>
          </ac:picMkLst>
        </pc:picChg>
        <pc:picChg chg="del">
          <ac:chgData name="Ritoja Kundu" userId="2a8eea6aaf969992" providerId="LiveId" clId="{4DB24CE2-5EE4-4ABE-A832-6B9D1C4EB18F}" dt="2025-05-02T11:12:37.182" v="895" actId="478"/>
          <ac:picMkLst>
            <pc:docMk/>
            <pc:sldMk cId="3098652624" sldId="290"/>
            <ac:picMk id="14" creationId="{7D551BD6-8862-495C-B67A-171C8A6F9267}"/>
          </ac:picMkLst>
        </pc:picChg>
      </pc:sldChg>
      <pc:sldChg chg="addSp delSp modSp add mod">
        <pc:chgData name="Ritoja Kundu" userId="2a8eea6aaf969992" providerId="LiveId" clId="{4DB24CE2-5EE4-4ABE-A832-6B9D1C4EB18F}" dt="2025-05-02T11:25:49.323" v="1661" actId="14100"/>
        <pc:sldMkLst>
          <pc:docMk/>
          <pc:sldMk cId="3316483674" sldId="291"/>
        </pc:sldMkLst>
        <pc:spChg chg="add mod">
          <ac:chgData name="Ritoja Kundu" userId="2a8eea6aaf969992" providerId="LiveId" clId="{4DB24CE2-5EE4-4ABE-A832-6B9D1C4EB18F}" dt="2025-05-02T11:25:31.945" v="1656" actId="404"/>
          <ac:spMkLst>
            <pc:docMk/>
            <pc:sldMk cId="3316483674" sldId="291"/>
            <ac:spMk id="2" creationId="{86DBFB7A-021C-C8DE-A8FE-842319B16370}"/>
          </ac:spMkLst>
        </pc:spChg>
        <pc:spChg chg="mod">
          <ac:chgData name="Ritoja Kundu" userId="2a8eea6aaf969992" providerId="LiveId" clId="{4DB24CE2-5EE4-4ABE-A832-6B9D1C4EB18F}" dt="2025-05-02T11:25:25.247" v="1655" actId="404"/>
          <ac:spMkLst>
            <pc:docMk/>
            <pc:sldMk cId="3316483674" sldId="291"/>
            <ac:spMk id="15" creationId="{AA2F60F8-5FEB-1045-1576-826FF64F35D6}"/>
          </ac:spMkLst>
        </pc:spChg>
        <pc:picChg chg="add mod">
          <ac:chgData name="Ritoja Kundu" userId="2a8eea6aaf969992" providerId="LiveId" clId="{4DB24CE2-5EE4-4ABE-A832-6B9D1C4EB18F}" dt="2025-05-02T11:25:45.611" v="1660" actId="14100"/>
          <ac:picMkLst>
            <pc:docMk/>
            <pc:sldMk cId="3316483674" sldId="291"/>
            <ac:picMk id="4" creationId="{042EBA48-23CF-B7D0-E728-20EDE0205566}"/>
          </ac:picMkLst>
        </pc:picChg>
        <pc:picChg chg="add mod">
          <ac:chgData name="Ritoja Kundu" userId="2a8eea6aaf969992" providerId="LiveId" clId="{4DB24CE2-5EE4-4ABE-A832-6B9D1C4EB18F}" dt="2025-05-02T11:25:39.555" v="1658" actId="14100"/>
          <ac:picMkLst>
            <pc:docMk/>
            <pc:sldMk cId="3316483674" sldId="291"/>
            <ac:picMk id="6" creationId="{9DF988E5-114F-4798-D5C1-9A3871AE7C81}"/>
          </ac:picMkLst>
        </pc:picChg>
        <pc:picChg chg="add mod">
          <ac:chgData name="Ritoja Kundu" userId="2a8eea6aaf969992" providerId="LiveId" clId="{4DB24CE2-5EE4-4ABE-A832-6B9D1C4EB18F}" dt="2025-05-02T11:25:49.323" v="1661" actId="14100"/>
          <ac:picMkLst>
            <pc:docMk/>
            <pc:sldMk cId="3316483674" sldId="291"/>
            <ac:picMk id="8" creationId="{DEF19E51-79D0-6B9E-2B51-4B3EDDCCFD34}"/>
          </ac:picMkLst>
        </pc:picChg>
        <pc:picChg chg="del">
          <ac:chgData name="Ritoja Kundu" userId="2a8eea6aaf969992" providerId="LiveId" clId="{4DB24CE2-5EE4-4ABE-A832-6B9D1C4EB18F}" dt="2025-05-02T11:16:19.600" v="1055" actId="478"/>
          <ac:picMkLst>
            <pc:docMk/>
            <pc:sldMk cId="3316483674" sldId="291"/>
            <ac:picMk id="12" creationId="{2ABC7010-9322-A4F2-6214-6DFF9DB25E79}"/>
          </ac:picMkLst>
        </pc:picChg>
        <pc:picChg chg="del">
          <ac:chgData name="Ritoja Kundu" userId="2a8eea6aaf969992" providerId="LiveId" clId="{4DB24CE2-5EE4-4ABE-A832-6B9D1C4EB18F}" dt="2025-05-02T11:16:20.877" v="1056" actId="478"/>
          <ac:picMkLst>
            <pc:docMk/>
            <pc:sldMk cId="3316483674" sldId="291"/>
            <ac:picMk id="14" creationId="{A62840CC-0C51-49E8-E103-6EB142820F02}"/>
          </ac:picMkLst>
        </pc:picChg>
      </pc:sldChg>
      <pc:sldChg chg="addSp delSp modSp add mod">
        <pc:chgData name="Ritoja Kundu" userId="2a8eea6aaf969992" providerId="LiveId" clId="{4DB24CE2-5EE4-4ABE-A832-6B9D1C4EB18F}" dt="2025-05-02T11:29:59.421" v="1948" actId="208"/>
        <pc:sldMkLst>
          <pc:docMk/>
          <pc:sldMk cId="2749866194" sldId="292"/>
        </pc:sldMkLst>
        <pc:spChg chg="add mod">
          <ac:chgData name="Ritoja Kundu" userId="2a8eea6aaf969992" providerId="LiveId" clId="{4DB24CE2-5EE4-4ABE-A832-6B9D1C4EB18F}" dt="2025-05-02T11:28:15.737" v="1929" actId="20577"/>
          <ac:spMkLst>
            <pc:docMk/>
            <pc:sldMk cId="2749866194" sldId="292"/>
            <ac:spMk id="2" creationId="{06651642-DDFC-2EB4-05D0-72C8344F3DA6}"/>
          </ac:spMkLst>
        </pc:spChg>
        <pc:spChg chg="mod">
          <ac:chgData name="Ritoja Kundu" userId="2a8eea6aaf969992" providerId="LiveId" clId="{4DB24CE2-5EE4-4ABE-A832-6B9D1C4EB18F}" dt="2025-05-02T11:26:22.259" v="1682" actId="20577"/>
          <ac:spMkLst>
            <pc:docMk/>
            <pc:sldMk cId="2749866194" sldId="292"/>
            <ac:spMk id="15" creationId="{E709D4C9-CECF-2126-ABD9-1579CEA7813B}"/>
          </ac:spMkLst>
        </pc:spChg>
        <pc:picChg chg="add mod modCrop">
          <ac:chgData name="Ritoja Kundu" userId="2a8eea6aaf969992" providerId="LiveId" clId="{4DB24CE2-5EE4-4ABE-A832-6B9D1C4EB18F}" dt="2025-05-02T11:29:38.995" v="1942" actId="732"/>
          <ac:picMkLst>
            <pc:docMk/>
            <pc:sldMk cId="2749866194" sldId="292"/>
            <ac:picMk id="4" creationId="{08840AE5-DD82-BB90-8145-990E34B68E21}"/>
          </ac:picMkLst>
        </pc:picChg>
        <pc:picChg chg="add mod">
          <ac:chgData name="Ritoja Kundu" userId="2a8eea6aaf969992" providerId="LiveId" clId="{4DB24CE2-5EE4-4ABE-A832-6B9D1C4EB18F}" dt="2025-05-02T11:29:59.421" v="1948" actId="208"/>
          <ac:picMkLst>
            <pc:docMk/>
            <pc:sldMk cId="2749866194" sldId="292"/>
            <ac:picMk id="6" creationId="{0B415350-1542-3A22-D8C4-FFCEA4F421FF}"/>
          </ac:picMkLst>
        </pc:picChg>
        <pc:picChg chg="del">
          <ac:chgData name="Ritoja Kundu" userId="2a8eea6aaf969992" providerId="LiveId" clId="{4DB24CE2-5EE4-4ABE-A832-6B9D1C4EB18F}" dt="2025-05-02T11:26:24.736" v="1683" actId="478"/>
          <ac:picMkLst>
            <pc:docMk/>
            <pc:sldMk cId="2749866194" sldId="292"/>
            <ac:picMk id="12" creationId="{0B4DC660-BCED-D4DE-640F-3DA2AB43321E}"/>
          </ac:picMkLst>
        </pc:picChg>
        <pc:picChg chg="del">
          <ac:chgData name="Ritoja Kundu" userId="2a8eea6aaf969992" providerId="LiveId" clId="{4DB24CE2-5EE4-4ABE-A832-6B9D1C4EB18F}" dt="2025-05-02T11:26:26.164" v="1684" actId="478"/>
          <ac:picMkLst>
            <pc:docMk/>
            <pc:sldMk cId="2749866194" sldId="292"/>
            <ac:picMk id="14" creationId="{3B1709CA-2221-3475-09AE-F1AC2328F01A}"/>
          </ac:picMkLst>
        </pc:picChg>
      </pc:sldChg>
      <pc:sldChg chg="addSp delSp modSp add mod">
        <pc:chgData name="Ritoja Kundu" userId="2a8eea6aaf969992" providerId="LiveId" clId="{4DB24CE2-5EE4-4ABE-A832-6B9D1C4EB18F}" dt="2025-05-02T11:38:16.551" v="2159" actId="115"/>
        <pc:sldMkLst>
          <pc:docMk/>
          <pc:sldMk cId="3801007460" sldId="293"/>
        </pc:sldMkLst>
        <pc:spChg chg="del">
          <ac:chgData name="Ritoja Kundu" userId="2a8eea6aaf969992" providerId="LiveId" clId="{4DB24CE2-5EE4-4ABE-A832-6B9D1C4EB18F}" dt="2025-05-02T11:32:53.251" v="1961" actId="478"/>
          <ac:spMkLst>
            <pc:docMk/>
            <pc:sldMk cId="3801007460" sldId="293"/>
            <ac:spMk id="2" creationId="{DBA17589-B4F5-5A0E-B55B-252F0C498417}"/>
          </ac:spMkLst>
        </pc:spChg>
        <pc:spChg chg="add mod">
          <ac:chgData name="Ritoja Kundu" userId="2a8eea6aaf969992" providerId="LiveId" clId="{4DB24CE2-5EE4-4ABE-A832-6B9D1C4EB18F}" dt="2025-05-02T11:37:14.752" v="2114" actId="1076"/>
          <ac:spMkLst>
            <pc:docMk/>
            <pc:sldMk cId="3801007460" sldId="293"/>
            <ac:spMk id="7" creationId="{015D4DAA-F01B-4B15-026E-C50D0634BAB1}"/>
          </ac:spMkLst>
        </pc:spChg>
        <pc:spChg chg="add mod">
          <ac:chgData name="Ritoja Kundu" userId="2a8eea6aaf969992" providerId="LiveId" clId="{4DB24CE2-5EE4-4ABE-A832-6B9D1C4EB18F}" dt="2025-05-02T11:37:21.263" v="2115" actId="1076"/>
          <ac:spMkLst>
            <pc:docMk/>
            <pc:sldMk cId="3801007460" sldId="293"/>
            <ac:spMk id="10" creationId="{C78EB8F5-8A4C-02F6-63C6-158F0C764AA2}"/>
          </ac:spMkLst>
        </pc:spChg>
        <pc:spChg chg="add mod">
          <ac:chgData name="Ritoja Kundu" userId="2a8eea6aaf969992" providerId="LiveId" clId="{4DB24CE2-5EE4-4ABE-A832-6B9D1C4EB18F}" dt="2025-05-02T11:37:59.856" v="2155" actId="1076"/>
          <ac:spMkLst>
            <pc:docMk/>
            <pc:sldMk cId="3801007460" sldId="293"/>
            <ac:spMk id="13" creationId="{E68BC459-5531-B961-6F88-69712D33D2A5}"/>
          </ac:spMkLst>
        </pc:spChg>
        <pc:spChg chg="mod">
          <ac:chgData name="Ritoja Kundu" userId="2a8eea6aaf969992" providerId="LiveId" clId="{4DB24CE2-5EE4-4ABE-A832-6B9D1C4EB18F}" dt="2025-05-02T11:38:16.551" v="2159" actId="115"/>
          <ac:spMkLst>
            <pc:docMk/>
            <pc:sldMk cId="3801007460" sldId="293"/>
            <ac:spMk id="15" creationId="{54C1AC46-F94B-66C5-C4AF-5B6380CCFD1F}"/>
          </ac:spMkLst>
        </pc:spChg>
        <pc:picChg chg="del">
          <ac:chgData name="Ritoja Kundu" userId="2a8eea6aaf969992" providerId="LiveId" clId="{4DB24CE2-5EE4-4ABE-A832-6B9D1C4EB18F}" dt="2025-05-02T11:32:48.921" v="1959" actId="478"/>
          <ac:picMkLst>
            <pc:docMk/>
            <pc:sldMk cId="3801007460" sldId="293"/>
            <ac:picMk id="4" creationId="{B486D06B-54FF-731C-4909-CCFC8133F20C}"/>
          </ac:picMkLst>
        </pc:picChg>
        <pc:picChg chg="add mod">
          <ac:chgData name="Ritoja Kundu" userId="2a8eea6aaf969992" providerId="LiveId" clId="{4DB24CE2-5EE4-4ABE-A832-6B9D1C4EB18F}" dt="2025-05-02T11:36:47.501" v="2105" actId="1076"/>
          <ac:picMkLst>
            <pc:docMk/>
            <pc:sldMk cId="3801007460" sldId="293"/>
            <ac:picMk id="5" creationId="{DC5E4B7C-AA3C-0EB9-31A3-B37B6BF6E65D}"/>
          </ac:picMkLst>
        </pc:picChg>
        <pc:picChg chg="del">
          <ac:chgData name="Ritoja Kundu" userId="2a8eea6aaf969992" providerId="LiveId" clId="{4DB24CE2-5EE4-4ABE-A832-6B9D1C4EB18F}" dt="2025-05-02T11:32:50.805" v="1960" actId="478"/>
          <ac:picMkLst>
            <pc:docMk/>
            <pc:sldMk cId="3801007460" sldId="293"/>
            <ac:picMk id="6" creationId="{B7C01F04-0F23-CA62-C5C4-C1D292C860B2}"/>
          </ac:picMkLst>
        </pc:picChg>
        <pc:picChg chg="add mod">
          <ac:chgData name="Ritoja Kundu" userId="2a8eea6aaf969992" providerId="LiveId" clId="{4DB24CE2-5EE4-4ABE-A832-6B9D1C4EB18F}" dt="2025-05-02T11:37:04.496" v="2113" actId="1076"/>
          <ac:picMkLst>
            <pc:docMk/>
            <pc:sldMk cId="3801007460" sldId="293"/>
            <ac:picMk id="9" creationId="{D139BA95-F834-35D8-3730-BDBC23EB6DB5}"/>
          </ac:picMkLst>
        </pc:picChg>
        <pc:picChg chg="add mod">
          <ac:chgData name="Ritoja Kundu" userId="2a8eea6aaf969992" providerId="LiveId" clId="{4DB24CE2-5EE4-4ABE-A832-6B9D1C4EB18F}" dt="2025-05-02T11:37:56.470" v="2154" actId="208"/>
          <ac:picMkLst>
            <pc:docMk/>
            <pc:sldMk cId="3801007460" sldId="293"/>
            <ac:picMk id="12" creationId="{F4F7DC1B-EE34-D5FB-21A9-484FA9A56A6C}"/>
          </ac:picMkLst>
        </pc:picChg>
      </pc:sldChg>
      <pc:sldChg chg="addSp delSp modSp add mod">
        <pc:chgData name="Ritoja Kundu" userId="2a8eea6aaf969992" providerId="LiveId" clId="{4DB24CE2-5EE4-4ABE-A832-6B9D1C4EB18F}" dt="2025-05-02T11:43:31.361" v="2217" actId="1076"/>
        <pc:sldMkLst>
          <pc:docMk/>
          <pc:sldMk cId="2978368827" sldId="294"/>
        </pc:sldMkLst>
        <pc:spChg chg="mod">
          <ac:chgData name="Ritoja Kundu" userId="2a8eea6aaf969992" providerId="LiveId" clId="{4DB24CE2-5EE4-4ABE-A832-6B9D1C4EB18F}" dt="2025-05-02T11:43:31.361" v="2217" actId="1076"/>
          <ac:spMkLst>
            <pc:docMk/>
            <pc:sldMk cId="2978368827" sldId="294"/>
            <ac:spMk id="7" creationId="{5BF4C797-1FD8-73E5-8B07-335370C58A09}"/>
          </ac:spMkLst>
        </pc:spChg>
        <pc:spChg chg="del">
          <ac:chgData name="Ritoja Kundu" userId="2a8eea6aaf969992" providerId="LiveId" clId="{4DB24CE2-5EE4-4ABE-A832-6B9D1C4EB18F}" dt="2025-05-02T11:42:27.619" v="2165" actId="478"/>
          <ac:spMkLst>
            <pc:docMk/>
            <pc:sldMk cId="2978368827" sldId="294"/>
            <ac:spMk id="10" creationId="{8B7DF8D7-8B4F-5823-5F49-89CC6E2FF5F1}"/>
          </ac:spMkLst>
        </pc:spChg>
        <pc:spChg chg="del">
          <ac:chgData name="Ritoja Kundu" userId="2a8eea6aaf969992" providerId="LiveId" clId="{4DB24CE2-5EE4-4ABE-A832-6B9D1C4EB18F}" dt="2025-05-02T11:42:24.727" v="2164" actId="478"/>
          <ac:spMkLst>
            <pc:docMk/>
            <pc:sldMk cId="2978368827" sldId="294"/>
            <ac:spMk id="13" creationId="{B7402EB1-F165-DE9C-10BD-B29EFAC0F9A0}"/>
          </ac:spMkLst>
        </pc:spChg>
        <pc:picChg chg="add">
          <ac:chgData name="Ritoja Kundu" userId="2a8eea6aaf969992" providerId="LiveId" clId="{4DB24CE2-5EE4-4ABE-A832-6B9D1C4EB18F}" dt="2025-05-02T11:42:29" v="2166" actId="22"/>
          <ac:picMkLst>
            <pc:docMk/>
            <pc:sldMk cId="2978368827" sldId="294"/>
            <ac:picMk id="3" creationId="{67901E75-5D49-C650-6857-FD14A107DA45}"/>
          </ac:picMkLst>
        </pc:picChg>
        <pc:picChg chg="del">
          <ac:chgData name="Ritoja Kundu" userId="2a8eea6aaf969992" providerId="LiveId" clId="{4DB24CE2-5EE4-4ABE-A832-6B9D1C4EB18F}" dt="2025-05-02T11:42:18.849" v="2161" actId="478"/>
          <ac:picMkLst>
            <pc:docMk/>
            <pc:sldMk cId="2978368827" sldId="294"/>
            <ac:picMk id="5" creationId="{0ACB007D-3B48-0D75-A686-7BBAE7A15EA7}"/>
          </ac:picMkLst>
        </pc:picChg>
        <pc:picChg chg="del">
          <ac:chgData name="Ritoja Kundu" userId="2a8eea6aaf969992" providerId="LiveId" clId="{4DB24CE2-5EE4-4ABE-A832-6B9D1C4EB18F}" dt="2025-05-02T11:42:22.237" v="2163" actId="478"/>
          <ac:picMkLst>
            <pc:docMk/>
            <pc:sldMk cId="2978368827" sldId="294"/>
            <ac:picMk id="9" creationId="{4D8816FB-05E4-981C-CBDE-CDA581044E75}"/>
          </ac:picMkLst>
        </pc:picChg>
        <pc:picChg chg="del">
          <ac:chgData name="Ritoja Kundu" userId="2a8eea6aaf969992" providerId="LiveId" clId="{4DB24CE2-5EE4-4ABE-A832-6B9D1C4EB18F}" dt="2025-05-02T11:42:20.524" v="2162" actId="478"/>
          <ac:picMkLst>
            <pc:docMk/>
            <pc:sldMk cId="2978368827" sldId="294"/>
            <ac:picMk id="12" creationId="{C8B5EBAA-4AEC-8CF3-24C6-1BE0034EF87D}"/>
          </ac:picMkLst>
        </pc:picChg>
      </pc:sldChg>
      <pc:sldChg chg="add del">
        <pc:chgData name="Ritoja Kundu" userId="2a8eea6aaf969992" providerId="LiveId" clId="{4DB24CE2-5EE4-4ABE-A832-6B9D1C4EB18F}" dt="2025-05-02T11:32:56.148" v="1963"/>
        <pc:sldMkLst>
          <pc:docMk/>
          <pc:sldMk cId="4033870088" sldId="294"/>
        </pc:sldMkLst>
      </pc:sldChg>
      <pc:sldMasterChg chg="delSldLayout">
        <pc:chgData name="Ritoja Kundu" userId="2a8eea6aaf969992" providerId="LiveId" clId="{4DB24CE2-5EE4-4ABE-A832-6B9D1C4EB18F}" dt="2025-05-02T11:43:40.445" v="2221" actId="47"/>
        <pc:sldMasterMkLst>
          <pc:docMk/>
          <pc:sldMasterMk cId="1556065105" sldId="2147483667"/>
        </pc:sldMasterMkLst>
        <pc:sldLayoutChg chg="del">
          <pc:chgData name="Ritoja Kundu" userId="2a8eea6aaf969992" providerId="LiveId" clId="{4DB24CE2-5EE4-4ABE-A832-6B9D1C4EB18F}" dt="2025-05-02T11:30:58.367" v="1953" actId="47"/>
          <pc:sldLayoutMkLst>
            <pc:docMk/>
            <pc:sldMasterMk cId="1556065105" sldId="2147483667"/>
            <pc:sldLayoutMk cId="3192374036" sldId="2147483683"/>
          </pc:sldLayoutMkLst>
        </pc:sldLayoutChg>
        <pc:sldLayoutChg chg="del">
          <pc:chgData name="Ritoja Kundu" userId="2a8eea6aaf969992" providerId="LiveId" clId="{4DB24CE2-5EE4-4ABE-A832-6B9D1C4EB18F}" dt="2025-05-02T11:30:59.984" v="1954" actId="47"/>
          <pc:sldLayoutMkLst>
            <pc:docMk/>
            <pc:sldMasterMk cId="1556065105" sldId="2147483667"/>
            <pc:sldLayoutMk cId="1535595500" sldId="2147483684"/>
          </pc:sldLayoutMkLst>
        </pc:sldLayoutChg>
        <pc:sldLayoutChg chg="del">
          <pc:chgData name="Ritoja Kundu" userId="2a8eea6aaf969992" providerId="LiveId" clId="{4DB24CE2-5EE4-4ABE-A832-6B9D1C4EB18F}" dt="2025-05-02T11:31:25.648" v="1955" actId="47"/>
          <pc:sldLayoutMkLst>
            <pc:docMk/>
            <pc:sldMasterMk cId="1556065105" sldId="2147483667"/>
            <pc:sldLayoutMk cId="4252046426" sldId="2147483686"/>
          </pc:sldLayoutMkLst>
        </pc:sldLayoutChg>
        <pc:sldLayoutChg chg="del">
          <pc:chgData name="Ritoja Kundu" userId="2a8eea6aaf969992" providerId="LiveId" clId="{4DB24CE2-5EE4-4ABE-A832-6B9D1C4EB18F}" dt="2025-05-02T11:43:37.553" v="2218" actId="47"/>
          <pc:sldLayoutMkLst>
            <pc:docMk/>
            <pc:sldMasterMk cId="1556065105" sldId="2147483667"/>
            <pc:sldLayoutMk cId="3656868073" sldId="2147483687"/>
          </pc:sldLayoutMkLst>
        </pc:sldLayoutChg>
        <pc:sldLayoutChg chg="del">
          <pc:chgData name="Ritoja Kundu" userId="2a8eea6aaf969992" providerId="LiveId" clId="{4DB24CE2-5EE4-4ABE-A832-6B9D1C4EB18F}" dt="2025-05-02T11:43:39.264" v="2219" actId="47"/>
          <pc:sldLayoutMkLst>
            <pc:docMk/>
            <pc:sldMasterMk cId="1556065105" sldId="2147483667"/>
            <pc:sldLayoutMk cId="177422774" sldId="2147483688"/>
          </pc:sldLayoutMkLst>
        </pc:sldLayoutChg>
        <pc:sldLayoutChg chg="del">
          <pc:chgData name="Ritoja Kundu" userId="2a8eea6aaf969992" providerId="LiveId" clId="{4DB24CE2-5EE4-4ABE-A832-6B9D1C4EB18F}" dt="2025-05-02T11:43:39.950" v="2220" actId="47"/>
          <pc:sldLayoutMkLst>
            <pc:docMk/>
            <pc:sldMasterMk cId="1556065105" sldId="2147483667"/>
            <pc:sldLayoutMk cId="1518789907" sldId="2147483689"/>
          </pc:sldLayoutMkLst>
        </pc:sldLayoutChg>
        <pc:sldLayoutChg chg="del">
          <pc:chgData name="Ritoja Kundu" userId="2a8eea6aaf969992" providerId="LiveId" clId="{4DB24CE2-5EE4-4ABE-A832-6B9D1C4EB18F}" dt="2025-05-02T11:43:40.445" v="2221" actId="47"/>
          <pc:sldLayoutMkLst>
            <pc:docMk/>
            <pc:sldMasterMk cId="1556065105" sldId="2147483667"/>
            <pc:sldLayoutMk cId="11488423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9F5B-2F94-19BF-BD17-D2CA900A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EC3A1-5004-4153-E763-B957FE120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56AD2-5C87-2761-3B03-4E9A95108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3953B-0B73-6959-20E2-58BE3180A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55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F460-FE9D-046D-1FBA-35FAA5CC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6551A-9470-92B9-850B-68B9E5E19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9EAFA-15B5-5211-5FAB-F45648470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0F0EB-14A7-E993-59F8-D8E6947D7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53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8DCB-7FB6-2C6C-7ABB-D6CF5371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A9C02-5702-2C6E-9E8F-662E84F50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1F0A8-79B8-0270-5A61-F09BCCC81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C179F-6328-A5F3-C0E6-A3B8ABF4A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5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3313-366B-2458-8E47-A68EF76A7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9A59F-3FAE-0DA4-4AB8-47863494C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22C93-5944-2B43-6B79-AFA6F040E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F7423-8CDB-22B9-949F-009655DEF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49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B5D4-6695-DEFF-484A-B1684623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58186-264E-1221-BC20-B7DBF92BD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65E93-3E52-F8EA-BDA9-AE27384DC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34A94-4BB7-FFC2-7B72-40B8591E5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14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5" r:id="rId16"/>
    <p:sldLayoutId id="21474836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cap="none" dirty="0">
                <a:latin typeface="Avenir Next LT Pro Light" panose="020B0304020202020204" pitchFamily="34" charset="0"/>
              </a:rPr>
              <a:t>Exploratory Data Analysis In Hospitality Domain 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82BE77-CEF8-781F-D6FB-78CCB53E735C}"/>
              </a:ext>
            </a:extLst>
          </p:cNvPr>
          <p:cNvSpPr txBox="1"/>
          <p:nvPr/>
        </p:nvSpPr>
        <p:spPr>
          <a:xfrm>
            <a:off x="999067" y="4394048"/>
            <a:ext cx="196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-Ritoja Kundu 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b="1" dirty="0" err="1"/>
              <a:t>AtliQ</a:t>
            </a:r>
            <a:r>
              <a:rPr lang="en-US" b="1" dirty="0"/>
              <a:t> Grands </a:t>
            </a:r>
            <a:r>
              <a:rPr lang="en-US" dirty="0"/>
              <a:t>– A hotel chain operating in Delhi, Mumbai, Bangalore and Hyderabad. </a:t>
            </a:r>
          </a:p>
          <a:p>
            <a:r>
              <a:rPr lang="en-US" dirty="0"/>
              <a:t>4 categories of hotels :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AtliQ</a:t>
            </a:r>
            <a:r>
              <a:rPr lang="en-US" dirty="0"/>
              <a:t> seasons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AtliQ</a:t>
            </a:r>
            <a:r>
              <a:rPr lang="en-US" dirty="0"/>
              <a:t> exotica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AtliQ</a:t>
            </a:r>
            <a:r>
              <a:rPr lang="en-US" dirty="0"/>
              <a:t> bay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AtliQ</a:t>
            </a:r>
            <a:r>
              <a:rPr lang="en-US" dirty="0"/>
              <a:t> palace </a:t>
            </a:r>
          </a:p>
          <a:p>
            <a:r>
              <a:rPr lang="en-US" b="1" dirty="0"/>
              <a:t>Project Objective </a:t>
            </a:r>
            <a:r>
              <a:rPr lang="en-US" dirty="0"/>
              <a:t>: Explore customer behavior and purchasing patterns to identify growth opportunities, enhance customer engagement, and formulate strategies to outpace competitors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93816D-9ED9-5B9B-D268-3F92EA1F7D3D}"/>
              </a:ext>
            </a:extLst>
          </p:cNvPr>
          <p:cNvSpPr/>
          <p:nvPr/>
        </p:nvSpPr>
        <p:spPr>
          <a:xfrm>
            <a:off x="9918699" y="1265584"/>
            <a:ext cx="1329266" cy="1828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Analysis using Pandas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6A5A79-675A-5487-773E-E72E17755D06}"/>
              </a:ext>
            </a:extLst>
          </p:cNvPr>
          <p:cNvSpPr/>
          <p:nvPr/>
        </p:nvSpPr>
        <p:spPr>
          <a:xfrm>
            <a:off x="1100667" y="668568"/>
            <a:ext cx="2167467" cy="711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Online booking channels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B0098E-0B70-E74E-9807-44D4512B8688}"/>
              </a:ext>
            </a:extLst>
          </p:cNvPr>
          <p:cNvSpPr/>
          <p:nvPr/>
        </p:nvSpPr>
        <p:spPr>
          <a:xfrm>
            <a:off x="1100667" y="1735816"/>
            <a:ext cx="2167467" cy="711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Offline booking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9E5510-5973-EA6F-30C2-F02185063215}"/>
              </a:ext>
            </a:extLst>
          </p:cNvPr>
          <p:cNvSpPr/>
          <p:nvPr/>
        </p:nvSpPr>
        <p:spPr>
          <a:xfrm>
            <a:off x="1100667" y="2895375"/>
            <a:ext cx="2167467" cy="711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Bookings through Atliq.com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5DA355-C39F-5868-A165-632C93656EC1}"/>
              </a:ext>
            </a:extLst>
          </p:cNvPr>
          <p:cNvCxnSpPr/>
          <p:nvPr/>
        </p:nvCxnSpPr>
        <p:spPr>
          <a:xfrm>
            <a:off x="3513667" y="1037877"/>
            <a:ext cx="999066" cy="625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6CA7B7-6979-E461-0929-77FA39360F86}"/>
              </a:ext>
            </a:extLst>
          </p:cNvPr>
          <p:cNvCxnSpPr/>
          <p:nvPr/>
        </p:nvCxnSpPr>
        <p:spPr>
          <a:xfrm>
            <a:off x="3471333" y="2091565"/>
            <a:ext cx="1049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AC8019-3149-A999-2A18-5051F4A1F6CC}"/>
              </a:ext>
            </a:extLst>
          </p:cNvPr>
          <p:cNvCxnSpPr/>
          <p:nvPr/>
        </p:nvCxnSpPr>
        <p:spPr>
          <a:xfrm flipV="1">
            <a:off x="3445933" y="2473088"/>
            <a:ext cx="1066800" cy="778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1F72DC-3922-0DCD-FCF8-49E2715DDDD5}"/>
              </a:ext>
            </a:extLst>
          </p:cNvPr>
          <p:cNvSpPr/>
          <p:nvPr/>
        </p:nvSpPr>
        <p:spPr>
          <a:xfrm>
            <a:off x="4961467" y="1286933"/>
            <a:ext cx="1329266" cy="1828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Bookings Database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31862B-AE71-2B54-2979-A40B783E4CC3}"/>
              </a:ext>
            </a:extLst>
          </p:cNvPr>
          <p:cNvSpPr/>
          <p:nvPr/>
        </p:nvSpPr>
        <p:spPr>
          <a:xfrm>
            <a:off x="7471833" y="1265584"/>
            <a:ext cx="1329266" cy="1828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Warehouse 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0518E1-2E3C-1EE8-AD81-E26F2EF22C0A}"/>
              </a:ext>
            </a:extLst>
          </p:cNvPr>
          <p:cNvCxnSpPr>
            <a:cxnSpLocks/>
          </p:cNvCxnSpPr>
          <p:nvPr/>
        </p:nvCxnSpPr>
        <p:spPr>
          <a:xfrm>
            <a:off x="6443133" y="2092162"/>
            <a:ext cx="863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C85072-FACB-9581-4B65-B6B4F1BD0836}"/>
              </a:ext>
            </a:extLst>
          </p:cNvPr>
          <p:cNvSpPr txBox="1"/>
          <p:nvPr/>
        </p:nvSpPr>
        <p:spPr>
          <a:xfrm>
            <a:off x="6563783" y="164275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3ds Condensed" panose="02000503020000020004" pitchFamily="2" charset="0"/>
              </a:rPr>
              <a:t>ETL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D45C81-FA16-FA5A-07B5-7C9EFDC19F2E}"/>
              </a:ext>
            </a:extLst>
          </p:cNvPr>
          <p:cNvCxnSpPr>
            <a:cxnSpLocks/>
          </p:cNvCxnSpPr>
          <p:nvPr/>
        </p:nvCxnSpPr>
        <p:spPr>
          <a:xfrm>
            <a:off x="8974666" y="2092460"/>
            <a:ext cx="863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D20FA0D-7E31-6A8E-0CFC-79598B5AC5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" r="11986" b="6369"/>
          <a:stretch/>
        </p:blipFill>
        <p:spPr>
          <a:xfrm>
            <a:off x="10388600" y="2447315"/>
            <a:ext cx="491068" cy="54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BC5DCD-8994-000B-52BE-3E544FC3B229}"/>
              </a:ext>
            </a:extLst>
          </p:cNvPr>
          <p:cNvSpPr txBox="1"/>
          <p:nvPr/>
        </p:nvSpPr>
        <p:spPr>
          <a:xfrm>
            <a:off x="1117601" y="592667"/>
            <a:ext cx="5528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Datasets used :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3918A4-280F-1431-8ABD-769E54D7114C}"/>
              </a:ext>
            </a:extLst>
          </p:cNvPr>
          <p:cNvSpPr/>
          <p:nvPr/>
        </p:nvSpPr>
        <p:spPr>
          <a:xfrm>
            <a:off x="931333" y="1998133"/>
            <a:ext cx="2345267" cy="71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dim_date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D3EA53-192E-B5BB-BDC1-A07D1AF3F76E}"/>
              </a:ext>
            </a:extLst>
          </p:cNvPr>
          <p:cNvSpPr/>
          <p:nvPr/>
        </p:nvSpPr>
        <p:spPr>
          <a:xfrm>
            <a:off x="931332" y="3094334"/>
            <a:ext cx="2345267" cy="71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dim_hotels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FED5A8-A1ED-59D8-AEF3-773EFD4BE4BC}"/>
              </a:ext>
            </a:extLst>
          </p:cNvPr>
          <p:cNvSpPr/>
          <p:nvPr/>
        </p:nvSpPr>
        <p:spPr>
          <a:xfrm>
            <a:off x="931331" y="4190535"/>
            <a:ext cx="2345267" cy="71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dim_rooms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9C2908-6950-0911-008A-E6EF0CC6AF47}"/>
              </a:ext>
            </a:extLst>
          </p:cNvPr>
          <p:cNvSpPr/>
          <p:nvPr/>
        </p:nvSpPr>
        <p:spPr>
          <a:xfrm>
            <a:off x="4478863" y="2204870"/>
            <a:ext cx="2345267" cy="71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fact_bookings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84730E-461F-AEAD-E4D5-F74972ACCDD8}"/>
              </a:ext>
            </a:extLst>
          </p:cNvPr>
          <p:cNvSpPr/>
          <p:nvPr/>
        </p:nvSpPr>
        <p:spPr>
          <a:xfrm>
            <a:off x="4445693" y="3479335"/>
            <a:ext cx="2506137" cy="71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fact_aggregated_bookings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72716-62BA-6CC0-D0EB-4B2E24153557}"/>
              </a:ext>
            </a:extLst>
          </p:cNvPr>
          <p:cNvSpPr txBox="1"/>
          <p:nvPr/>
        </p:nvSpPr>
        <p:spPr>
          <a:xfrm>
            <a:off x="1177563" y="1474801"/>
            <a:ext cx="261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Dimension tables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C94B4E-8C7B-AA4F-92A7-2F55C49E9BAA}"/>
              </a:ext>
            </a:extLst>
          </p:cNvPr>
          <p:cNvSpPr txBox="1"/>
          <p:nvPr/>
        </p:nvSpPr>
        <p:spPr>
          <a:xfrm>
            <a:off x="5075767" y="1641605"/>
            <a:ext cx="261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Fact tables </a:t>
            </a: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1217003-9AE0-E7CB-8103-FD535535C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70" y="1768924"/>
            <a:ext cx="6268325" cy="11526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87937A-6F3E-2FF3-4DA2-8411978BA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399" y="3005665"/>
            <a:ext cx="8594879" cy="22352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1ED8FD-855C-CBFA-9CDD-88311B63794E}"/>
              </a:ext>
            </a:extLst>
          </p:cNvPr>
          <p:cNvSpPr txBox="1"/>
          <p:nvPr/>
        </p:nvSpPr>
        <p:spPr>
          <a:xfrm>
            <a:off x="1481667" y="550333"/>
            <a:ext cx="7933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Loading the Datasets in the notebook 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FCC5A-EF98-3C8E-4967-77DEC6CD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4251E11-1CBD-1C84-0DC9-0229E3191491}"/>
              </a:ext>
            </a:extLst>
          </p:cNvPr>
          <p:cNvSpPr txBox="1"/>
          <p:nvPr/>
        </p:nvSpPr>
        <p:spPr>
          <a:xfrm>
            <a:off x="1481667" y="550333"/>
            <a:ext cx="7933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Exploratory Data Analysis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523A0-0F91-1568-1EA8-EF99DF753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80" y="1507668"/>
            <a:ext cx="6005403" cy="38426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BC0F95-8A50-1F0F-F04F-932C7F7EA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081" y="1507668"/>
            <a:ext cx="5149704" cy="38426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0B9B7-4F43-6D7C-CC79-B8EC2FB7485A}"/>
              </a:ext>
            </a:extLst>
          </p:cNvPr>
          <p:cNvSpPr txBox="1"/>
          <p:nvPr/>
        </p:nvSpPr>
        <p:spPr>
          <a:xfrm>
            <a:off x="1937881" y="5469466"/>
            <a:ext cx="490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Bookings made through each booking platform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D47E7-1E25-835F-6DAB-5509D6853F35}"/>
              </a:ext>
            </a:extLst>
          </p:cNvPr>
          <p:cNvSpPr txBox="1"/>
          <p:nvPr/>
        </p:nvSpPr>
        <p:spPr>
          <a:xfrm>
            <a:off x="8169348" y="5467064"/>
            <a:ext cx="3235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Category and number of hotels in  each city </a:t>
            </a:r>
          </a:p>
        </p:txBody>
      </p:sp>
    </p:spTree>
    <p:extLst>
      <p:ext uri="{BB962C8B-B14F-4D97-AF65-F5344CB8AC3E}">
        <p14:creationId xmlns:p14="http://schemas.microsoft.com/office/powerpoint/2010/main" val="3098652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F4A4-E842-5160-800C-4D721B50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A2F60F8-5FEB-1045-1576-826FF64F35D6}"/>
              </a:ext>
            </a:extLst>
          </p:cNvPr>
          <p:cNvSpPr txBox="1"/>
          <p:nvPr/>
        </p:nvSpPr>
        <p:spPr>
          <a:xfrm>
            <a:off x="1481667" y="550333"/>
            <a:ext cx="7933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 Cleaning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BFB7A-021C-C8DE-A8FE-842319B16370}"/>
              </a:ext>
            </a:extLst>
          </p:cNvPr>
          <p:cNvSpPr txBox="1"/>
          <p:nvPr/>
        </p:nvSpPr>
        <p:spPr>
          <a:xfrm>
            <a:off x="1058333" y="1286933"/>
            <a:ext cx="824653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Some rows in the bookings dataset had negative values for the guest count, which were removed.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The revenue columns were checked for outliers using mean +/- 3*standard deviation.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The datasets were checked for null values.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The capacity column of the aggregated bookings dataset had 2 null values which were replaced with the median of the column.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Those rows were removed which had a successful booking count greater than the capacity.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EBA48-23CF-B7D0-E728-20EDE0205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32" y="5271973"/>
            <a:ext cx="4472551" cy="8832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F988E5-114F-4798-D5C1-9A3871AE7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33" y="3239657"/>
            <a:ext cx="4461933" cy="17862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F19E51-79D0-6B9E-2B51-4B3EDDCCF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327" y="3239658"/>
            <a:ext cx="5137549" cy="3004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648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F73F-8B44-280A-4AF5-51E45A69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709D4C9-CECF-2126-ABD9-1579CEA7813B}"/>
              </a:ext>
            </a:extLst>
          </p:cNvPr>
          <p:cNvSpPr txBox="1"/>
          <p:nvPr/>
        </p:nvSpPr>
        <p:spPr>
          <a:xfrm>
            <a:off x="1481667" y="550333"/>
            <a:ext cx="7933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 Transformation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651642-DDFC-2EB4-05D0-72C8344F3DA6}"/>
              </a:ext>
            </a:extLst>
          </p:cNvPr>
          <p:cNvSpPr txBox="1"/>
          <p:nvPr/>
        </p:nvSpPr>
        <p:spPr>
          <a:xfrm>
            <a:off x="1058333" y="1871133"/>
            <a:ext cx="8517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“Occupancy percentage” column created in the aggregated bookings dataset using the following formula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                                          </a:t>
            </a:r>
            <a:r>
              <a:rPr lang="en-IN" i="1" dirty="0"/>
              <a:t>Occupancy % = (successful bookings / capacity)*100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40AE5-DD82-BB90-8145-990E34B68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37" b="47279"/>
          <a:stretch/>
        </p:blipFill>
        <p:spPr>
          <a:xfrm>
            <a:off x="694267" y="3429000"/>
            <a:ext cx="4919133" cy="1981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415350-1542-3A22-D8C4-FFCEA4F42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343" y="3429000"/>
            <a:ext cx="5499865" cy="1981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9866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2540-03D0-2762-C370-BC503682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4C1AC46-F94B-66C5-C4AF-5B6380CCFD1F}"/>
              </a:ext>
            </a:extLst>
          </p:cNvPr>
          <p:cNvSpPr txBox="1"/>
          <p:nvPr/>
        </p:nvSpPr>
        <p:spPr>
          <a:xfrm>
            <a:off x="1557867" y="543204"/>
            <a:ext cx="7933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E4B7C-AA3C-0EB9-31A3-B37B6BF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23" y="2130337"/>
            <a:ext cx="4168134" cy="30597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5D4DAA-F01B-4B15-026E-C50D0634BAB1}"/>
              </a:ext>
            </a:extLst>
          </p:cNvPr>
          <p:cNvSpPr txBox="1"/>
          <p:nvPr/>
        </p:nvSpPr>
        <p:spPr>
          <a:xfrm>
            <a:off x="1215680" y="5190066"/>
            <a:ext cx="403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Total revenue realized through each booking platform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39BA95-F834-35D8-3730-BDBC23EB6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31" y="3618048"/>
            <a:ext cx="2644849" cy="25894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8EB8F5-8A4C-02F6-63C6-158F0C764AA2}"/>
              </a:ext>
            </a:extLst>
          </p:cNvPr>
          <p:cNvSpPr txBox="1"/>
          <p:nvPr/>
        </p:nvSpPr>
        <p:spPr>
          <a:xfrm>
            <a:off x="7609371" y="6207540"/>
            <a:ext cx="3069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Occupancy rate on weekends v/s weekdays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F7DC1B-EE34-D5FB-21A9-484FA9A56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313" y="342683"/>
            <a:ext cx="4766733" cy="26931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8BC459-5531-B961-6F88-69712D33D2A5}"/>
              </a:ext>
            </a:extLst>
          </p:cNvPr>
          <p:cNvSpPr txBox="1"/>
          <p:nvPr/>
        </p:nvSpPr>
        <p:spPr>
          <a:xfrm>
            <a:off x="8198839" y="3086063"/>
            <a:ext cx="1890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Occupancy rate per city</a:t>
            </a:r>
          </a:p>
        </p:txBody>
      </p:sp>
    </p:spTree>
    <p:extLst>
      <p:ext uri="{BB962C8B-B14F-4D97-AF65-F5344CB8AC3E}">
        <p14:creationId xmlns:p14="http://schemas.microsoft.com/office/powerpoint/2010/main" val="380100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B38D-A1FC-AC9E-1CFA-DE3A9689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8178A81-F646-B22C-FA6F-A5CD9F91BC0F}"/>
              </a:ext>
            </a:extLst>
          </p:cNvPr>
          <p:cNvSpPr txBox="1"/>
          <p:nvPr/>
        </p:nvSpPr>
        <p:spPr>
          <a:xfrm>
            <a:off x="1557867" y="543204"/>
            <a:ext cx="7933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4C797-1FD8-73E5-8B07-335370C58A09}"/>
              </a:ext>
            </a:extLst>
          </p:cNvPr>
          <p:cNvSpPr txBox="1"/>
          <p:nvPr/>
        </p:nvSpPr>
        <p:spPr>
          <a:xfrm>
            <a:off x="4585414" y="5901266"/>
            <a:ext cx="403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Total revenue generated from each hotel category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01E75-5D49-C650-6857-FD14A107D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811" y="1309391"/>
            <a:ext cx="6106377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68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b="1" cap="none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 lines design</Template>
  <TotalTime>468</TotalTime>
  <Words>278</Words>
  <Application>Microsoft Office PowerPoint</Application>
  <PresentationFormat>Widescreen</PresentationFormat>
  <Paragraphs>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3ds Condensed</vt:lpstr>
      <vt:lpstr>Aptos</vt:lpstr>
      <vt:lpstr>Arial</vt:lpstr>
      <vt:lpstr>Avenir Next LT Pro Light</vt:lpstr>
      <vt:lpstr>Calibri</vt:lpstr>
      <vt:lpstr>Univers Condensed Light</vt:lpstr>
      <vt:lpstr>Walbaum Display Light</vt:lpstr>
      <vt:lpstr>Wingdings</vt:lpstr>
      <vt:lpstr>AngleLinesVTI</vt:lpstr>
      <vt:lpstr>Exploratory Data Analysis In Hospitality Domain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Ritoja Kundu</dc:creator>
  <cp:lastModifiedBy>Ritoja Kundu</cp:lastModifiedBy>
  <cp:revision>1</cp:revision>
  <dcterms:created xsi:type="dcterms:W3CDTF">2025-05-02T03:55:09Z</dcterms:created>
  <dcterms:modified xsi:type="dcterms:W3CDTF">2025-05-02T11:43:50Z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